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I’m Ashimirwe Joseph Marie. We are Foundation[EA], a premium digital engineering agency based in Kigali, dedicated to setting a new aesthetic and functional standard for software in our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see a shift toward digitalization, but many businesses are stuck with outdated, analog processes. We exist to provide the high-end, '2026-Aesthetic' digital solutions they need to compete globally.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solutions often lack intuitive design and performance. Enterprises struggle with inefficient, paper-heavy workflows. A local talent gap exists between academic learning and industry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build premium solutions using Next.js 15, TypeScript, Python, Node.js, and modern databases. We pair this with a rich visual style featuring kinetic typography, glassmorphism, and real-time syncing.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dual role as a founder and a software development teacher allows us to maintain a pipeline of top-tier talent while delivering world-class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flagship portfolio now spans digital engineering, hospitality training, travel, aquaculture education, and precision agriculture. Each product is designed to solve real local problems with modern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continue to expand our portfolio through practical, high-impact experiences that connect education, industry, and sustainable growth across East Africa.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Kigali is emerging as a regional tech hub. Rising demand for digital transformation in education, logistics, and tourism sectors. Foundation[EA] is positioned at the intersection of this regional ICT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seeking a 10M RWF growth runway: 3.5M for hardware, 2.5M for a Studio HQ in Kigali, 1.5M for cloud and API tooling, 1.0M for portfolio branding, and 1.5M for an R&amp;D prototype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building a legacy: professionalizing the regional software engineering ecosystem, empowering students to solve local problems, and creating permanent innovation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invite you to join us in building this infrastructure. Let's make Foundation[EA] the premier name in African digital engineering. Contact us via WhatsApp at +250783309973 or email agency@mail.foundationea.com.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2FF"/>
          </a:solidFill>
          <a:ln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ENGINEERING THE NEXT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A855F7"/>
                </a:solidFill>
                <a:latin typeface="Arial"/>
              </a:defRPr>
            </a:pPr>
            <a:r>
              <a:t>DIGITAL</a:t>
            </a:r>
            <a:br/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CA3AF"/>
                </a:solidFill>
                <a:latin typeface="Arial"/>
              </a:defRPr>
            </a:pPr>
            <a:r>
              <a:t>Engineering the Digital Future of East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Presenter: Ashimirwe Joseph Marie  |  Kigali, Rwanda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THE "WHY"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Bridging the Digital Divide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The East African digital landscape is growing rapidly.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Businesses need more than just code; they need high-end, future-proof digital infrastructure.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We bridge the gap between classroom theory and enterprise-grade reality.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2FF"/>
          </a:solidFill>
          <a:ln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The "Analog"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Digital solutions often lack intuitive design and performance.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Enterprises struggle with inefficient, paper-heavy workflows.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A local talent gap exists between academic learning and industry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Premium Engineering, Local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Expert Stack: Next.js 15, TypeScript, Python, Node.js, Firebase, PostgreSQL.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Signature Aesthetic: Kinetic typography, glassmorphism, and real-time synchronization.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Focus: Building software that is as beautiful as it is functional.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2FF"/>
          </a:solidFill>
          <a:ln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BUSINESS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Engineering &amp; Incubation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Professional Agency: High-end digital engineering for enterprise clients.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Talent Incubation: Bridging the gap for local developers through mentorship and real-world projects.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Founder Synergies: Maintaining a pipeline of top-tier talent while delivering world-class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Our Flagship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Foundation[EA]: Premium digital engineering with a local-first, global-standard approach.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USAFI Barista Training Center: Professional coffee training in brewing, espresso, latte art, and specialty drinks.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Divine's Destinations: Refined travel storytelling with cinematic UX and precise digital interactions.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Happy Fish Farm Rwanda Academy: Sustainable aquaculture education for future-ready farm leaders.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2FF"/>
          </a:solidFill>
          <a:ln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Our Flagship Work (Continued)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5A FARMS: Precision agriculture and modular ecosystems for resilient food systems.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Portfolio Focus: Education, hospitality, travel, and agriculture—each built to create measurable local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THE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The Digital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Kigali is emerging as a regional tech hub.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Rising demand for digital transformation in education, logistics, and tourism sectors.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Foundation[EA] is positioned at the intersection of this regional ICT vision.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2FF"/>
          </a:solidFill>
          <a:ln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Scaling Our Velocity (10M RWF)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3.5M RWF: High-performance hardware (Laptops/Workstations).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2.5M RWF: Establishing a centralized Studio HQ in Kigali.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1.5M RWF: Cloud infrastructure, enterprise API licenses, and dev tooling.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1.0M RWF: Branding, marketing, and professional portfolio development.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1.5M RWF: Innovation/R&amp;D buffer for market-shifting prototypes.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LEGACY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Building a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Professionalizing the regional software engineering ecosystem.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Empowering students to solve local problems with global-standard technology.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Creating a permanent, innovation-focused infrastructure in Kigali.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F2FF"/>
          </a:solidFill>
          <a:ln>
            <a:solidFill>
              <a:srgbClr val="00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F"/>
                </a:solidFill>
                <a:latin typeface="Arial"/>
              </a:defRPr>
            </a:pPr>
            <a:r>
              <a:t>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FAFB"/>
                </a:solidFill>
                <a:latin typeface="Arial"/>
              </a:defRPr>
            </a:pPr>
            <a:r>
              <a:t>Join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CA3AF"/>
                </a:solidFill>
                <a:latin typeface="Arial"/>
              </a:defRPr>
            </a:pPr>
            <a:r>
              <a:t>Let's build the digital backbone of East Africa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Website: foundationea.com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📧 Email: agency@mail.foundationea.com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💬 WhatsApp: +250783309973</a:t>
            </a:r>
          </a:p>
          <a:p>
            <a:pPr>
              <a:spcAft>
                <a:spcPts val="2000"/>
              </a:spcAft>
              <a:defRPr sz="2000">
                <a:solidFill>
                  <a:srgbClr val="F9FAFB"/>
                </a:solidFill>
                <a:latin typeface="Arial"/>
              </a:defRPr>
            </a:pPr>
            <a:r>
              <a:t>•  Founder: Ashimirwe Joseph Marie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